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77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782B5-F357-428A-8BA4-331F90053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8D67EB3-DC81-4437-896B-720EDC402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739AD30-C72A-4681-A25E-6498749C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1D46E0D-8AEE-45FE-B283-32ADE5EF0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2CEEDA7-B66E-46E2-86E5-4013CA94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9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70C4A4-F21F-4AAF-9793-16B6408D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1F1F2F-4D99-4DDB-ACFB-D5C2029E6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4823D95-FEDE-4372-BD30-86BCEF4F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0F74E5A-9C78-4165-90BB-E7002E4D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DF8749-1B20-44E9-A9BE-BB1A11E2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1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EDE57E-79CD-4FE2-B273-724AF01D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7C08F64-480E-4A0B-84A1-54EF1DE3D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09D0468-50D5-4D46-9BA3-EA453C2E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9A02024-BA5F-489F-9ABE-375C52F9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D72DED1-7EFF-4075-9751-05008EFB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3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969B8-15F2-444D-AAF0-722900A7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460A560-2C5E-4F59-8517-ECF6B446A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11A5952-09E2-4F71-B93D-AF201C9AF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0B193D6-DD7B-4065-A0CC-572193CB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9E44608-519B-4406-AFD0-598B8189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414272A-DEDF-4704-AA58-2743A68F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9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A4B81-B43B-40A7-9491-E1D1BEDC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C586206-FA1C-40E2-8011-D2E0A48DA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DAEA02B7-9E31-49A4-9B31-FC32C5A4F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80DC6442-0508-4EE8-A0A3-DBA5560BA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C28E9A6-5EDD-475E-8589-E21A3B07A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10BAC53-69CF-4124-87D3-5C89DDD16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EDFE4C2-EC41-4D50-8A6C-4257CB92B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176FD75-AF73-4C0B-A3D6-7A47BB44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54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04D5F-73B9-4C44-A4F6-C473FF02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901BD61-9BF8-48F3-A4BB-35E26507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3407BA8-E238-4DA9-86BE-22764540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E0B1730-594A-4947-B3D0-EF3E8CF5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95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65381733-14E2-4DBF-8CE5-41AE2FBD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FB666E0-5D68-4D0E-A1DF-6CA8C82D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BD1E56-BC05-4A39-B705-6501E3B0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2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D245C-A8CD-4F09-88CF-A9D2DB8E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70E5D65-C66F-4B76-BE5D-FEE7721C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76C009-2ECA-44A2-B4A2-5D12099F9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288315-6830-4FD6-99D7-0E482534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067EA0D-5BE1-4C61-BB9A-3EEC0CA2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AA8515-C7EF-48A9-AF79-EC03750B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9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E47ACB-116B-4EB3-B4FC-89285EB1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3DB786CB-310D-43F5-A7FE-5DCE8141E2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980A1FF-44BE-4B9E-A54D-36F44E7E2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BAD943C-DBD0-4B6A-908B-5839F2AE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B6C9EF2-8AF9-4ABF-9762-6857106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E10DCAB-3499-480F-B858-2EF646A3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1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C5216-60F4-46A1-B260-105EEB7F1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1CC929D-C21D-458E-A074-775D8B941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E21F6A8-96E7-41BE-A959-1F8E5E73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99EA06C-0E1A-4069-A6F6-D6E1029B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0255D6-FB65-40F8-81CF-9037EC77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EDA2EB6-EA90-409D-B5FB-CAB08773B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DC757FC-0BF0-4236-ADFF-C3B14FF76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8C4F367-165E-4BAC-8A34-8EBD9EC2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7771B1-04E7-469D-A41D-EF25F3C1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C61906F-F5AD-4F0C-898F-43285C1F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84F9E63-BEFC-4119-B0A5-88CB0E11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B13CAA2-6A59-4259-9543-3CD1561F7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E10CED2-1D9C-4D8D-9AB3-6B84C9F000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E6F19-E882-4BCB-B674-79AC8F1E2D2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A86D05-C588-445A-BD50-15F6897F3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431A5A1-5D4A-4576-B480-5769C2F78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2E73B-F63A-4EE8-82C5-F384F0F1B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8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ktangel: afrundede hjørner 35">
            <a:extLst>
              <a:ext uri="{FF2B5EF4-FFF2-40B4-BE49-F238E27FC236}">
                <a16:creationId xmlns:a16="http://schemas.microsoft.com/office/drawing/2014/main" id="{C72E3F40-EB19-4242-BB51-D2574B99EE54}"/>
              </a:ext>
            </a:extLst>
          </p:cNvPr>
          <p:cNvSpPr/>
          <p:nvPr/>
        </p:nvSpPr>
        <p:spPr>
          <a:xfrm>
            <a:off x="1055226" y="1211559"/>
            <a:ext cx="3185583" cy="4478696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27B048D4-DFCA-4C52-98B2-29EE58E0CCE9}"/>
              </a:ext>
            </a:extLst>
          </p:cNvPr>
          <p:cNvSpPr txBox="1"/>
          <p:nvPr/>
        </p:nvSpPr>
        <p:spPr>
          <a:xfrm>
            <a:off x="1115187" y="1427756"/>
            <a:ext cx="232871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Earlier release wave (V25/26)</a:t>
            </a:r>
            <a:endParaRPr lang="en-US" sz="1400" dirty="0"/>
          </a:p>
        </p:txBody>
      </p:sp>
      <p:sp>
        <p:nvSpPr>
          <p:cNvPr id="44" name="Rektangel 43">
            <a:extLst>
              <a:ext uri="{FF2B5EF4-FFF2-40B4-BE49-F238E27FC236}">
                <a16:creationId xmlns:a16="http://schemas.microsoft.com/office/drawing/2014/main" id="{9A100BC1-528D-4256-9ED5-5B44E395D39B}"/>
              </a:ext>
            </a:extLst>
          </p:cNvPr>
          <p:cNvSpPr/>
          <p:nvPr/>
        </p:nvSpPr>
        <p:spPr>
          <a:xfrm>
            <a:off x="1192487" y="2961466"/>
            <a:ext cx="2875461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Application V25/26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Rektangel 44">
            <a:extLst>
              <a:ext uri="{FF2B5EF4-FFF2-40B4-BE49-F238E27FC236}">
                <a16:creationId xmlns:a16="http://schemas.microsoft.com/office/drawing/2014/main" id="{FB1BEA28-D14D-428E-8870-6393893167FB}"/>
              </a:ext>
            </a:extLst>
          </p:cNvPr>
          <p:cNvSpPr/>
          <p:nvPr/>
        </p:nvSpPr>
        <p:spPr>
          <a:xfrm>
            <a:off x="1192487" y="3708421"/>
            <a:ext cx="2875461" cy="30155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System Application V25/26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Rektangel 45">
            <a:extLst>
              <a:ext uri="{FF2B5EF4-FFF2-40B4-BE49-F238E27FC236}">
                <a16:creationId xmlns:a16="http://schemas.microsoft.com/office/drawing/2014/main" id="{5A472CD2-ACFE-470B-A7C7-6F29EE35EB31}"/>
              </a:ext>
            </a:extLst>
          </p:cNvPr>
          <p:cNvSpPr/>
          <p:nvPr/>
        </p:nvSpPr>
        <p:spPr>
          <a:xfrm>
            <a:off x="1178285" y="1839538"/>
            <a:ext cx="906917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V25/26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7" name="Rektangel 46">
            <a:extLst>
              <a:ext uri="{FF2B5EF4-FFF2-40B4-BE49-F238E27FC236}">
                <a16:creationId xmlns:a16="http://schemas.microsoft.com/office/drawing/2014/main" id="{8DD0DD35-DAB0-4CE4-86AD-53DE1F69FE1E}"/>
              </a:ext>
            </a:extLst>
          </p:cNvPr>
          <p:cNvSpPr/>
          <p:nvPr/>
        </p:nvSpPr>
        <p:spPr>
          <a:xfrm>
            <a:off x="3143417" y="1849643"/>
            <a:ext cx="929440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48" name="Rektangel 47">
            <a:extLst>
              <a:ext uri="{FF2B5EF4-FFF2-40B4-BE49-F238E27FC236}">
                <a16:creationId xmlns:a16="http://schemas.microsoft.com/office/drawing/2014/main" id="{7ADABF9C-360F-4590-9961-A46A45BD8C59}"/>
              </a:ext>
            </a:extLst>
          </p:cNvPr>
          <p:cNvSpPr/>
          <p:nvPr/>
        </p:nvSpPr>
        <p:spPr>
          <a:xfrm>
            <a:off x="2162556" y="1839538"/>
            <a:ext cx="906917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V25/26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0" name="Rektangel 49">
            <a:extLst>
              <a:ext uri="{FF2B5EF4-FFF2-40B4-BE49-F238E27FC236}">
                <a16:creationId xmlns:a16="http://schemas.microsoft.com/office/drawing/2014/main" id="{E206D11D-0D87-4322-88D6-740758A528A0}"/>
              </a:ext>
            </a:extLst>
          </p:cNvPr>
          <p:cNvSpPr/>
          <p:nvPr/>
        </p:nvSpPr>
        <p:spPr>
          <a:xfrm>
            <a:off x="1192487" y="4372436"/>
            <a:ext cx="2875461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V25/26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3B49BA35-5016-49D6-B211-935F9C289C02}"/>
              </a:ext>
            </a:extLst>
          </p:cNvPr>
          <p:cNvCxnSpPr>
            <a:cxnSpLocks/>
          </p:cNvCxnSpPr>
          <p:nvPr/>
        </p:nvCxnSpPr>
        <p:spPr>
          <a:xfrm flipV="1">
            <a:off x="1523134" y="4768993"/>
            <a:ext cx="2330574" cy="9966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ktangel 51">
            <a:extLst>
              <a:ext uri="{FF2B5EF4-FFF2-40B4-BE49-F238E27FC236}">
                <a16:creationId xmlns:a16="http://schemas.microsoft.com/office/drawing/2014/main" id="{F68BB133-50F3-41C5-89FC-B2175C9AB87B}"/>
              </a:ext>
            </a:extLst>
          </p:cNvPr>
          <p:cNvSpPr/>
          <p:nvPr/>
        </p:nvSpPr>
        <p:spPr>
          <a:xfrm>
            <a:off x="1192486" y="4116426"/>
            <a:ext cx="2875461" cy="16290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Symbols V25/26</a:t>
            </a:r>
          </a:p>
        </p:txBody>
      </p:sp>
      <p:sp>
        <p:nvSpPr>
          <p:cNvPr id="53" name="Rektangel 52">
            <a:extLst>
              <a:ext uri="{FF2B5EF4-FFF2-40B4-BE49-F238E27FC236}">
                <a16:creationId xmlns:a16="http://schemas.microsoft.com/office/drawing/2014/main" id="{B3511267-5E49-4CB0-B17B-AE20F1D4CFC0}"/>
              </a:ext>
            </a:extLst>
          </p:cNvPr>
          <p:cNvSpPr/>
          <p:nvPr/>
        </p:nvSpPr>
        <p:spPr>
          <a:xfrm>
            <a:off x="1178285" y="2602458"/>
            <a:ext cx="2875461" cy="22524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Application V25/26</a:t>
            </a:r>
          </a:p>
        </p:txBody>
      </p:sp>
      <p:sp>
        <p:nvSpPr>
          <p:cNvPr id="3" name="Rektangel 44">
            <a:extLst>
              <a:ext uri="{FF2B5EF4-FFF2-40B4-BE49-F238E27FC236}">
                <a16:creationId xmlns:a16="http://schemas.microsoft.com/office/drawing/2014/main" id="{0258AA76-DC27-DEBD-E832-93A762607FE5}"/>
              </a:ext>
            </a:extLst>
          </p:cNvPr>
          <p:cNvSpPr/>
          <p:nvPr/>
        </p:nvSpPr>
        <p:spPr>
          <a:xfrm>
            <a:off x="1192486" y="3343486"/>
            <a:ext cx="2875461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Foundation V25/26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ktangel: afrundede hjørner 35">
            <a:extLst>
              <a:ext uri="{FF2B5EF4-FFF2-40B4-BE49-F238E27FC236}">
                <a16:creationId xmlns:a16="http://schemas.microsoft.com/office/drawing/2014/main" id="{94A104FB-6502-272E-51ED-CA09C1A629A2}"/>
              </a:ext>
            </a:extLst>
          </p:cNvPr>
          <p:cNvSpPr/>
          <p:nvPr/>
        </p:nvSpPr>
        <p:spPr>
          <a:xfrm>
            <a:off x="5112125" y="1211559"/>
            <a:ext cx="3440390" cy="4478696"/>
          </a:xfrm>
          <a:prstGeom prst="roundRect">
            <a:avLst/>
          </a:prstGeom>
          <a:noFill/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Tekstfelt 41">
            <a:extLst>
              <a:ext uri="{FF2B5EF4-FFF2-40B4-BE49-F238E27FC236}">
                <a16:creationId xmlns:a16="http://schemas.microsoft.com/office/drawing/2014/main" id="{4C296D22-C631-5612-58E9-FBF0721D98E1}"/>
              </a:ext>
            </a:extLst>
          </p:cNvPr>
          <p:cNvSpPr txBox="1"/>
          <p:nvPr/>
        </p:nvSpPr>
        <p:spPr>
          <a:xfrm>
            <a:off x="5220637" y="1440723"/>
            <a:ext cx="210403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a-DK" sz="1400" dirty="0"/>
              <a:t>2025 release wave 2 (V27)</a:t>
            </a:r>
            <a:endParaRPr lang="en-US" sz="1400" dirty="0"/>
          </a:p>
        </p:txBody>
      </p:sp>
      <p:sp>
        <p:nvSpPr>
          <p:cNvPr id="6" name="Rektangel 43">
            <a:extLst>
              <a:ext uri="{FF2B5EF4-FFF2-40B4-BE49-F238E27FC236}">
                <a16:creationId xmlns:a16="http://schemas.microsoft.com/office/drawing/2014/main" id="{F1167D26-344C-DB04-1E18-3385E6DFD911}"/>
              </a:ext>
            </a:extLst>
          </p:cNvPr>
          <p:cNvSpPr/>
          <p:nvPr/>
        </p:nvSpPr>
        <p:spPr>
          <a:xfrm>
            <a:off x="5353982" y="2961466"/>
            <a:ext cx="2957338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Application V27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Rektangel 44">
            <a:extLst>
              <a:ext uri="{FF2B5EF4-FFF2-40B4-BE49-F238E27FC236}">
                <a16:creationId xmlns:a16="http://schemas.microsoft.com/office/drawing/2014/main" id="{5FDD44F3-53DF-7647-D135-DC3F0DDBC8E3}"/>
              </a:ext>
            </a:extLst>
          </p:cNvPr>
          <p:cNvSpPr/>
          <p:nvPr/>
        </p:nvSpPr>
        <p:spPr>
          <a:xfrm>
            <a:off x="5353982" y="3708421"/>
            <a:ext cx="2957338" cy="30155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System Application V27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Rektangel 45">
            <a:extLst>
              <a:ext uri="{FF2B5EF4-FFF2-40B4-BE49-F238E27FC236}">
                <a16:creationId xmlns:a16="http://schemas.microsoft.com/office/drawing/2014/main" id="{3608EA22-7B6E-1C24-431D-C14D4B798643}"/>
              </a:ext>
            </a:extLst>
          </p:cNvPr>
          <p:cNvSpPr/>
          <p:nvPr/>
        </p:nvSpPr>
        <p:spPr>
          <a:xfrm>
            <a:off x="5339780" y="1839538"/>
            <a:ext cx="957966" cy="6427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Rektangel 46">
            <a:extLst>
              <a:ext uri="{FF2B5EF4-FFF2-40B4-BE49-F238E27FC236}">
                <a16:creationId xmlns:a16="http://schemas.microsoft.com/office/drawing/2014/main" id="{05B5FC31-F737-EADA-B54B-747EC1BA8FF6}"/>
              </a:ext>
            </a:extLst>
          </p:cNvPr>
          <p:cNvSpPr/>
          <p:nvPr/>
        </p:nvSpPr>
        <p:spPr>
          <a:xfrm>
            <a:off x="7386999" y="1849643"/>
            <a:ext cx="924321" cy="64172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3rd-party Extension</a:t>
            </a:r>
          </a:p>
        </p:txBody>
      </p:sp>
      <p:sp>
        <p:nvSpPr>
          <p:cNvPr id="10" name="Rektangel 47">
            <a:extLst>
              <a:ext uri="{FF2B5EF4-FFF2-40B4-BE49-F238E27FC236}">
                <a16:creationId xmlns:a16="http://schemas.microsoft.com/office/drawing/2014/main" id="{D31487DF-260E-8E32-37C5-BCB2E23FB51C}"/>
              </a:ext>
            </a:extLst>
          </p:cNvPr>
          <p:cNvSpPr/>
          <p:nvPr/>
        </p:nvSpPr>
        <p:spPr>
          <a:xfrm>
            <a:off x="6399660" y="1829546"/>
            <a:ext cx="906917" cy="65531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Extension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ktangel 49">
            <a:extLst>
              <a:ext uri="{FF2B5EF4-FFF2-40B4-BE49-F238E27FC236}">
                <a16:creationId xmlns:a16="http://schemas.microsoft.com/office/drawing/2014/main" id="{EABCE12F-9942-8E2C-8950-81701964DEF1}"/>
              </a:ext>
            </a:extLst>
          </p:cNvPr>
          <p:cNvSpPr/>
          <p:nvPr/>
        </p:nvSpPr>
        <p:spPr>
          <a:xfrm>
            <a:off x="5353982" y="4372436"/>
            <a:ext cx="2957338" cy="946614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System </a:t>
            </a:r>
            <a:r>
              <a:rPr lang="da-DK" sz="1400" dirty="0" err="1">
                <a:solidFill>
                  <a:schemeClr val="bg1"/>
                </a:solidFill>
              </a:rPr>
              <a:t>objects</a:t>
            </a:r>
            <a:endParaRPr lang="da-DK" sz="1400" dirty="0">
              <a:solidFill>
                <a:schemeClr val="bg1"/>
              </a:solidFill>
            </a:endParaRPr>
          </a:p>
          <a:p>
            <a:pPr algn="ctr"/>
            <a:endParaRPr lang="da-DK" sz="1400" dirty="0">
              <a:solidFill>
                <a:schemeClr val="bg1"/>
              </a:solidFill>
            </a:endParaRP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Platform</a:t>
            </a:r>
          </a:p>
          <a:p>
            <a:pPr algn="ctr"/>
            <a:r>
              <a:rPr lang="da-DK" sz="1400" dirty="0">
                <a:solidFill>
                  <a:schemeClr val="bg1"/>
                </a:solidFill>
              </a:rPr>
              <a:t>V26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2" name="Lige forbindelse 50">
            <a:extLst>
              <a:ext uri="{FF2B5EF4-FFF2-40B4-BE49-F238E27FC236}">
                <a16:creationId xmlns:a16="http://schemas.microsoft.com/office/drawing/2014/main" id="{2FF15D33-29FA-C9EF-9594-FDFA82AB40B9}"/>
              </a:ext>
            </a:extLst>
          </p:cNvPr>
          <p:cNvCxnSpPr>
            <a:cxnSpLocks/>
          </p:cNvCxnSpPr>
          <p:nvPr/>
        </p:nvCxnSpPr>
        <p:spPr>
          <a:xfrm>
            <a:off x="5474893" y="4778959"/>
            <a:ext cx="2724013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ktangel 52">
            <a:extLst>
              <a:ext uri="{FF2B5EF4-FFF2-40B4-BE49-F238E27FC236}">
                <a16:creationId xmlns:a16="http://schemas.microsoft.com/office/drawing/2014/main" id="{4449D4C7-49F1-1EA6-4CFB-D4E0D04A22A6}"/>
              </a:ext>
            </a:extLst>
          </p:cNvPr>
          <p:cNvSpPr/>
          <p:nvPr/>
        </p:nvSpPr>
        <p:spPr>
          <a:xfrm>
            <a:off x="5339780" y="2602458"/>
            <a:ext cx="2957338" cy="225240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Application V27</a:t>
            </a:r>
          </a:p>
        </p:txBody>
      </p:sp>
      <p:sp>
        <p:nvSpPr>
          <p:cNvPr id="15" name="Rektangel 44">
            <a:extLst>
              <a:ext uri="{FF2B5EF4-FFF2-40B4-BE49-F238E27FC236}">
                <a16:creationId xmlns:a16="http://schemas.microsoft.com/office/drawing/2014/main" id="{081F7BE8-419D-A5A7-D59B-A1AAF7C7FB2F}"/>
              </a:ext>
            </a:extLst>
          </p:cNvPr>
          <p:cNvSpPr/>
          <p:nvPr/>
        </p:nvSpPr>
        <p:spPr>
          <a:xfrm>
            <a:off x="5353981" y="3343486"/>
            <a:ext cx="2957338" cy="280877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bg1"/>
                </a:solidFill>
              </a:rPr>
              <a:t>Microsoft Base Foundation V27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Pil: højre 1">
            <a:extLst>
              <a:ext uri="{FF2B5EF4-FFF2-40B4-BE49-F238E27FC236}">
                <a16:creationId xmlns:a16="http://schemas.microsoft.com/office/drawing/2014/main" id="{853F5859-1276-3016-4FDD-E8995DEE2E31}"/>
              </a:ext>
            </a:extLst>
          </p:cNvPr>
          <p:cNvSpPr/>
          <p:nvPr/>
        </p:nvSpPr>
        <p:spPr>
          <a:xfrm>
            <a:off x="4392795" y="3031590"/>
            <a:ext cx="567342" cy="492633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89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10707</TotalTime>
  <Words>70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John Swymer</dc:creator>
  <cp:lastModifiedBy>John Swymer</cp:lastModifiedBy>
  <cp:revision>61</cp:revision>
  <dcterms:created xsi:type="dcterms:W3CDTF">2019-07-08T10:09:49Z</dcterms:created>
  <dcterms:modified xsi:type="dcterms:W3CDTF">2025-12-04T11:57:21Z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jswymer@microsoft.com</vt:lpwstr>
  </property>
  <property fmtid="{D5CDD505-2E9C-101B-9397-08002B2CF9AE}" pid="5" name="MSIP_Label_f42aa342-8706-4288-bd11-ebb85995028c_SetDate">
    <vt:lpwstr>2019-07-08T10:40:48.2543848Z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46447854-175c-4e0b-bc16-05f3bc13eb43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